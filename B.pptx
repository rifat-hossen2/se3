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A76E9-4BA2-65AC-DB00-4610C3903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1C961-03F0-F8BC-AD64-5C635E76C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40698-FA2D-041A-FAAD-B4930FEF7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5691-18BB-4F4C-95C5-34CEAC3365E2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A129-D7C7-BDDD-DE65-859340866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2C9AE-3914-34A0-D235-FC7578C1B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1D4C-4455-4F10-8573-C2A5222BF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36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01667-6F50-A033-77B1-437F3315F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8C51A-9296-5C98-2972-4FCBA0B14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C4803-4328-7E33-CB9E-C20D3B97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5691-18BB-4F4C-95C5-34CEAC3365E2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46AA1-D48B-56E4-F58E-70C448B52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BEECF-DA6A-0803-96B4-A03BB9127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1D4C-4455-4F10-8573-C2A5222BF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17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5F790-6045-452C-426D-590908B74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5770-162C-927B-7B50-00CEA82C3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95EBF-7576-A223-051C-43B5AA418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5691-18BB-4F4C-95C5-34CEAC3365E2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0A2E4-AAB1-F165-C215-F667388C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257DD-4EB5-9D41-D4FF-F4EDED64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1D4C-4455-4F10-8573-C2A5222BF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72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2CA5-9ADD-8D11-9608-37BCDC44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23B9C-65D7-0541-E25A-2AC26F9CC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ACADF-2809-A7A4-4CAE-A269F00AD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36014-EBC1-21E7-B8FA-67D18989B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5691-18BB-4F4C-95C5-34CEAC3365E2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299D8-43FD-34A7-D331-61BCD0C51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EBB90-324B-F563-A097-8637DB09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1D4C-4455-4F10-8573-C2A5222BF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71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42858-FF28-57B0-522A-44B9CD38C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B2325-C898-C13C-F570-35B2F3E96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3A6C7-3733-1CC6-513D-A8771BBA6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A6379-A6D0-DA31-0EA9-685437CB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880EBE-5A00-2503-CF40-38F02404DE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9A92B3-D875-5EFB-AFDC-97837D457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5691-18BB-4F4C-95C5-34CEAC3365E2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ACE4A9-BC7A-918A-D291-0C8438DE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E2277D-040C-5BB8-146A-DFD475E19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1D4C-4455-4F10-8573-C2A5222BF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4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16909-9AB8-F5CB-7858-AD2EED20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2F6D51-F9BB-ED21-1625-BF277985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5691-18BB-4F4C-95C5-34CEAC3365E2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949077-C8F9-9211-51D3-ACE54B364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6E273-7400-066F-9EB4-F1FD4FE21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1D4C-4455-4F10-8573-C2A5222BF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39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0149E6-FF69-D352-3FDB-EF80C2C3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5691-18BB-4F4C-95C5-34CEAC3365E2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336FE-13C0-BC13-4708-118BE357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DB368-4559-5807-9684-D3A9FD16A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1D4C-4455-4F10-8573-C2A5222BF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99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285F-6F86-5E7D-1355-916D6B8E7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B707F-D6FB-4F7D-5284-EDEF09926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63137-76B5-1473-7BB2-C5C630688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9FA55-2614-24E6-D8B5-0C4D91297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5691-18BB-4F4C-95C5-34CEAC3365E2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69F49-2CF7-33E9-ECDE-2F2B21136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1E792-6AA9-F5C0-96AE-23694E018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1D4C-4455-4F10-8573-C2A5222BF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98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7B15-CBC4-F68A-1E21-22F414808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25CC63-FFFD-35F3-228E-B7B4D1F66FC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0B76B-C3D7-FB6B-FE59-9B6A8B5B7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D26E1-B53E-28CF-5BBC-5B5DEDC1D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5691-18BB-4F4C-95C5-34CEAC3365E2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DBA42-14B3-68D3-B99F-EF650E1E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27761-08D3-3B04-451A-4F6BC4AA3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1D4C-4455-4F10-8573-C2A5222BF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14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5CA0-F578-3DD6-2531-A6DB1D6B2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1577EB-199D-A84F-9307-407CB9B36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848A0-DCF4-BA5A-CB05-87325801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5691-18BB-4F4C-95C5-34CEAC3365E2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1F2A3-4C88-8BF8-8C30-977E441FF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40920-8DC7-7AB2-142C-F94C005B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1D4C-4455-4F10-8573-C2A5222BF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1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E66725-2E67-73D2-B5AD-8064BA0FA7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06D7C-8993-B5B9-6584-DD8814DCB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30E00-6376-EF8F-8A54-1A2D2E1A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C5691-18BB-4F4C-95C5-34CEAC3365E2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B4A83-0F05-1B7D-910E-948F9EC5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F92A1-F50C-4E0F-D465-5ED06E05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1D4C-4455-4F10-8573-C2A5222BF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54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8E8BAC-4AAF-758D-071F-F14544ACC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08AAA-F504-387D-1871-C436C30AE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72B36-6362-F905-16A2-472319EB11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8C5691-18BB-4F4C-95C5-34CEAC3365E2}" type="datetimeFigureOut">
              <a:rPr lang="en-US" smtClean="0"/>
              <a:t>28-Oct-26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D3C4E-60B7-AE74-CAF0-B8C8B4B5A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2FAE1-F021-D3B7-8750-F18104760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611D4C-4455-4F10-8573-C2A5222BF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03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EF831-A7D1-A9DD-FFB0-B88B973F11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Heloow</a:t>
            </a: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39C65-9E8B-4C8C-5146-826916668C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99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Heloow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RIFAT HOSSEN</dc:creator>
  <cp:lastModifiedBy>RIFAT HOSSEN</cp:lastModifiedBy>
  <cp:revision>1</cp:revision>
  <dcterms:created xsi:type="dcterms:W3CDTF">2026-10-28T07:58:03Z</dcterms:created>
  <dcterms:modified xsi:type="dcterms:W3CDTF">2026-10-28T07:58:12Z</dcterms:modified>
</cp:coreProperties>
</file>